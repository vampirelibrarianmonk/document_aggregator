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COLUMNS: Message | Word Length | Update Rate | Units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Interface Control Document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System: </a:t>
            </a:r>
          </a:p>
          <a:p>
            <a:r>
              <a:t>Spec Date: </a:t>
            </a:r>
          </a:p>
          <a:p>
            <a:r>
              <a:t>Approval Status: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Interface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Signaling Rate: </a:t>
            </a:r>
          </a:p>
          <a:p>
            <a:r>
              <a:t>Bus Voltage: </a:t>
            </a:r>
          </a:p>
          <a:p>
            <a:r>
              <a:t>[FIGURE: nav_bus_topology.png]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Signal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Data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[FIGURE: message_timing.png]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Revision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[FIGURE: signal_timing_detail.png]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
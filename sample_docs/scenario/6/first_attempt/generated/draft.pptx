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Message | Update Rate | Word Length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Nav Bus Interface Control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System: Navigation Data Bus (Nav Bus)</a:t>
            </a:r>
          </a:p>
          <a:p>
            <a:r>
              <a:t>Spec Date: 2026-04-10</a:t>
            </a:r>
          </a:p>
          <a:p>
            <a:r>
              <a:t>Approval Status: Draft</a:t>
            </a:r>
          </a:p>
          <a:p>
            <a:r>
              <a:t>This document defines the interface between the Navigation Computer and the Flight Management Unit over the Nav Bus. See Figure 2 for the physical topology.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Signaling Rate: 50 kbps</a:t>
            </a:r>
          </a:p>
          <a:p>
            <a:r>
              <a:t>Bus Voltage: 5 volts</a:t>
            </a:r>
          </a:p>
          <a:p>
            <a:r>
              <a:t>The Nav Bus carries periodic messages from the Navigation Computer to the Flight Management Unit on a fixed schedule.</a:t>
            </a:r>
          </a:p>
          <a:p>
            <a:r>
              <a:t>[FIGURE: message_timing.png]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Signal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Numeric fields use two's complement signed integers, most significant bit first.</a:t>
            </a:r>
          </a:p>
          <a:p>
            <a:r>
              <a:t>[FIGURE: figure1.png]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Revision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draft for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
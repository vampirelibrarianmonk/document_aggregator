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TABLE COLUMNS: Action | Owner | Due Date | Verification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Standard Incident Report Template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Identifiers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Site: </a:t>
            </a:r>
          </a:p>
          <a:p>
            <a:r>
              <a:t>Incident Date: </a:t>
            </a:r>
          </a:p>
          <a:p>
            <a:r>
              <a:t>Severity: 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Description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Duration: </a:t>
            </a:r>
          </a:p>
          <a:p>
            <a:r>
              <a:t>[FIGURE: sample_tray_layout.png]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Timeline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[FIGURE: spill_containment_zone.png]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Contributing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Software Version: </a:t>
            </a:r>
          </a:p>
          <a:p>
            <a:r>
              <a:t>[FIGURE: reagent_seal_cross_section.png]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Corrective Actions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6. Approvals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
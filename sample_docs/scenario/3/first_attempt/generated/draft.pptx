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Due Date |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Bay 2 Reagent Spill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Chemistry Analyzer Bay 2</a:t>
            </a:r>
          </a:p>
          <a:p>
            <a:r>
              <a:t>Incident Date: 2026-07-03</a:t>
            </a:r>
          </a:p>
          <a:p>
            <a:r>
              <a:t>Severity: Minor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reagent spill on the Bay 2 analyzer halted processing over a one hour window. See Figure 2 for the tray layout.</a:t>
            </a:r>
          </a:p>
          <a:p>
            <a:r>
              <a:t>[FIGURE: reagent_seal_cross_section.png]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Reagent-level warning at 08:12; spill detected 08:20; resumed after decontamination at 11:20.</a:t>
            </a:r>
          </a:p>
          <a:p>
            <a:r>
              <a:t>[FIGURE: figureA.png]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Control-software 7.2.0 was running on the affected analyzer. A secondary catch tray was absent.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Reviewer: </a:t>
            </a:r>
          </a:p>
          <a:p>
            <a:r>
              <a:t>Signoff Date: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
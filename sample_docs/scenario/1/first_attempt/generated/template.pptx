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 | Due Date |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Incident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</a:t>
            </a:r>
          </a:p>
          <a:p>
            <a:r>
              <a:t>Incident Date: </a:t>
            </a:r>
          </a:p>
          <a:p>
            <a:r>
              <a:t>Severity: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</a:t>
            </a:r>
          </a:p>
          <a:p>
            <a:r>
              <a:t>[FIGURE: site_network_topology.png]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packet_loss_vs_temp.png]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Firmware: </a:t>
            </a:r>
          </a:p>
          <a:p>
            <a:r>
              <a:t>[FIGURE: cabinet_thermal_layout.png]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
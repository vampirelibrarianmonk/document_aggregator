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COLUMNS: Owner | Action | Due 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TGX-9 North Ridge Incident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Site: North Ridge Relay Station</a:t>
            </a:r>
          </a:p>
          <a:p>
            <a:r>
              <a:t>Incident Date: 2026-03-02</a:t>
            </a:r>
          </a:p>
          <a:p>
            <a:r>
              <a:t>Severity: 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TGX-9 gateway at North Ridge dropped 34 percent of inbound sensor packets over a two hour window. See Figure 2 for the network topology.</a:t>
            </a:r>
          </a:p>
          <a:p>
            <a:r>
              <a:t>[FIGURE: cabinet_thermal_layout.png]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Buffer occupancy alarm at 02:11; packet loss 02:14; recovery after manual power cycle at 06:31.</a:t>
            </a:r>
          </a:p>
          <a:p>
            <a:r>
              <a:t>[FIGURE: figure1.png]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Contributing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Firmware 4.2.0 was running on the affected unit. Cabinet temperature was elevated during the event.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Corrective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Approvals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Reviewer: </a:t>
            </a:r>
          </a:p>
          <a:p>
            <a:r>
              <a:t>Signoff Date: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
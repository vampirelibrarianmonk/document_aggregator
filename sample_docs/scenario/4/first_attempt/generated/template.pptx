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Action | Owner | Due Date | Verification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Standard Incident Report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</a:t>
            </a:r>
          </a:p>
          <a:p>
            <a:r>
              <a:t>Incident Date: </a:t>
            </a:r>
          </a:p>
          <a:p>
            <a:r>
              <a:t>Severity: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</a:t>
            </a:r>
          </a:p>
          <a:p>
            <a:r>
              <a:t>[FIGURE: crack_defect_micrograph.png]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[FIGURE: cavity_pressure_trace.png]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Firmware: </a:t>
            </a:r>
          </a:p>
          <a:p>
            <a:r>
              <a:t>[FIGURE: pressure_compensation_curve.png]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
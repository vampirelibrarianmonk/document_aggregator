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COLUMNS: Action | Owner | Due Date | Verification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Standard Incident Report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Site: </a:t>
            </a:r>
          </a:p>
          <a:p>
            <a:r>
              <a:t>Incident Date: </a:t>
            </a:r>
          </a:p>
          <a:p>
            <a:r>
              <a:t>Severity: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</a:t>
            </a:r>
          </a:p>
          <a:p>
            <a:r>
              <a:t>[FIGURE: hydraulic_schematic_system_b.png]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[FIGURE: pressure_decay_plot.png]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Contributing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 Version: </a:t>
            </a:r>
          </a:p>
          <a:p>
            <a:r>
              <a:t>[FIGURE: seal_wear_comparison.png]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Corrective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Approvals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
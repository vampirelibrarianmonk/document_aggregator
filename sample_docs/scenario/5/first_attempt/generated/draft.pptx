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Action | Owner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Tail 512 Hydraulic Discrepancy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Tail 512 Hydraulic System B</a:t>
            </a:r>
          </a:p>
          <a:p>
            <a:r>
              <a:t>Incident Date: 2026-09-06</a:t>
            </a:r>
          </a:p>
          <a:p>
            <a:r>
              <a:t>Severity: Routine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Hydraulic System B on tail 512 showed slow pressure decay grounding the aircraft over a three hour window. See Figure 2 for the schematic.</a:t>
            </a:r>
          </a:p>
          <a:p>
            <a:r>
              <a:t>[FIGURE: seal_wear_comparison.png]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Hydraulic low advisory at 05:41; discrepancy logged 05:50; returned to service after seal replacement at 12:50.</a:t>
            </a:r>
          </a:p>
          <a:p>
            <a:r>
              <a:t>[FIGURE: plot.png]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Actuator-controller software B2.5 was running on the affected unit. The actuator seal was degraded.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Reviewer: </a:t>
            </a:r>
          </a:p>
          <a:p>
            <a:r>
              <a:t>Signoff Date: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
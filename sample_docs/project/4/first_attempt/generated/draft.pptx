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Owner | Due Date |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 3 Housing Defect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Injection Molding Line 3</a:t>
            </a:r>
          </a:p>
          <a:p>
            <a:r>
              <a:t>Incident Date: 2026-08-09</a:t>
            </a:r>
          </a:p>
          <a:p>
            <a:r>
              <a:t>Severity: Cosmetic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3 produced housings with a hairline crack over a two hour window. See Figure 2 for the crack micrograph.</a:t>
            </a:r>
          </a:p>
          <a:p>
            <a:r>
              <a:t>[FIGURE: pressure_compensation_curve.png]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Cavity pressure deviation alarm at 06:31; first flagged part 06:40; production paused after hold at 11:40.</a:t>
            </a:r>
          </a:p>
          <a:p>
            <a:r>
              <a:t>[FIGURE: trace.png]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Mold-controller firmware 2.1.1 was running on the affected line. Melt temperature drifted high.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Reviewer: </a:t>
            </a:r>
          </a:p>
          <a:p>
            <a:r>
              <a:t>Signoff Date: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
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Owner |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Portal Breach Attempt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Customer Portal</a:t>
            </a:r>
          </a:p>
          <a:p>
            <a:r>
              <a:t>Incident Date: 2026-05-11</a:t>
            </a:r>
          </a:p>
          <a:p>
            <a:r>
              <a:t>Severity: Informational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customer portal saw credential-stuffing traffic over a two hour window. See Figure 2 for the botnet distribution.</a:t>
            </a:r>
          </a:p>
          <a:p>
            <a:r>
              <a:t>[FIGURE: auth_flow_diagram.png]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Anomalous login alarm at 22:58 UTC; surge 23:05 UTC; contained after WAF rate-limiting at 05:10 UTC.</a:t>
            </a:r>
          </a:p>
          <a:p>
            <a:r>
              <a:t>[FIGURE: chart.png]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Auth-gateway 3.5.2 was running on the affected service. Rate limiting was absent.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Reviewer: </a:t>
            </a:r>
          </a:p>
          <a:p>
            <a:r>
              <a:t>Signoff Date: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